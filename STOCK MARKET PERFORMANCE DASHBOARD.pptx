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57" r:id="rId5"/>
    <p:sldId id="261" r:id="rId6"/>
    <p:sldId id="262" r:id="rId7"/>
    <p:sldId id="263" r:id="rId8"/>
    <p:sldId id="260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us" initials="A" lastIdx="2" clrIdx="0">
    <p:extLst>
      <p:ext uri="{19B8F6BF-5375-455C-9EA6-DF929625EA0E}">
        <p15:presenceInfo xmlns:p15="http://schemas.microsoft.com/office/powerpoint/2012/main" xmlns="" userId="Asu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-864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4/8/2025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pPr/>
              <a:t>4/8/2025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pPr/>
              <a:t>4/8/2025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pPr/>
              <a:t>4/8/2025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pPr/>
              <a:t>4/8/2025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pPr/>
              <a:t>4/8/2025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pPr/>
              <a:t>4/8/2025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pPr/>
              <a:t>4/8/2025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pPr/>
              <a:t>4/8/2025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pPr/>
              <a:t>4/8/2025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pPr/>
              <a:t>4/8/2025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pPr/>
              <a:t>4/8/2025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pPr/>
              <a:t>4/8/2025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pPr/>
              <a:t>4/8/2025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pPr/>
              <a:t>4/8/2025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pPr/>
              <a:t>4/8/2025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pPr/>
              <a:t>4/8/2025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pPr/>
              <a:t>4/8/2025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E5048EE-EE2E-804D-EB69-8F3E1B119A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6418" y="956733"/>
            <a:ext cx="8825658" cy="2677648"/>
          </a:xfrm>
        </p:spPr>
        <p:txBody>
          <a:bodyPr/>
          <a:lstStyle/>
          <a:p>
            <a:r>
              <a:rPr lang="en-US" b="1" dirty="0"/>
              <a:t>STOCK MARKET PERFORMANCE 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BA73307-28D3-92ED-B937-54F0D83FE7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0705" y="3720105"/>
            <a:ext cx="8825658" cy="861420"/>
          </a:xfrm>
        </p:spPr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Prepared by :- ABHINAV KAKKERI</a:t>
            </a:r>
            <a:endParaRPr lang="en-IN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12683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CEECF09-B50C-F23D-9806-05D080D17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3CE9526-7367-8B04-DD9A-A9A4BF0DE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This dashboard is designed to provide detailed insights into financial data, market trends, and trading volumes. </a:t>
            </a:r>
          </a:p>
          <a:p>
            <a:endParaRPr lang="en-US" b="1" dirty="0"/>
          </a:p>
          <a:p>
            <a:r>
              <a:rPr lang="en-US" b="1" dirty="0"/>
              <a:t>Analyzing key metrics such as price fluctuations, volatility, and transaction patterns, it helps users make informed decisions.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xmlns="" val="2508827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A140618-3D81-00C1-CBFC-F9E0E39C3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AKNOWLEDGMENT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082A343-17F0-5C80-EBF9-673227DCE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 This dashboard visualization presents a variety of insightful data representations, including matrix charts, line graphs, scatter plots, and bar charts. </a:t>
            </a:r>
          </a:p>
          <a:p>
            <a:endParaRPr lang="en-US" b="1" dirty="0"/>
          </a:p>
          <a:p>
            <a:r>
              <a:rPr lang="en-US" b="1" dirty="0"/>
              <a:t>It effectively communicates trends in volume, price, and standard deviation, offering a comprehensive overview of the dataset.</a:t>
            </a:r>
          </a:p>
          <a:p>
            <a:endParaRPr lang="en-US" b="1" dirty="0"/>
          </a:p>
          <a:p>
            <a:r>
              <a:rPr lang="en-US" b="1" dirty="0"/>
              <a:t> If you're looking for ways to enhance its readability or add more context, consider adding annotations or tooltips to key areas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xmlns="" val="1124798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861FB92-6E46-CFBF-5D5E-9B3741F8A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DASHBOARD </a:t>
            </a:r>
            <a:r>
              <a:rPr lang="en-US" b="1" dirty="0"/>
              <a:t>VISUALIZTIONS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EBBE8249-B344-5529-CBD8-38B27242B8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2603500"/>
            <a:ext cx="10805160" cy="3843020"/>
          </a:xfrm>
        </p:spPr>
      </p:pic>
    </p:spTree>
    <p:extLst>
      <p:ext uri="{BB962C8B-B14F-4D97-AF65-F5344CB8AC3E}">
        <p14:creationId xmlns:p14="http://schemas.microsoft.com/office/powerpoint/2010/main" xmlns="" val="3557584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C1CAEDC-1060-3B7F-059C-367FE7D4E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SECTIONS</a:t>
            </a:r>
            <a:endParaRPr lang="en-IN" b="1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F32F150D-9A17-AA4A-FA44-65636111486D}"/>
              </a:ext>
            </a:extLst>
          </p:cNvPr>
          <p:cNvSpPr txBox="1">
            <a:spLocks noGrp="1"/>
          </p:cNvSpPr>
          <p:nvPr>
            <p:ph type="body" sz="half" idx="2"/>
          </p:nvPr>
        </p:nvSpPr>
        <p:spPr>
          <a:xfrm>
            <a:off x="1169987" y="3500437"/>
            <a:ext cx="8959851" cy="2564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Sum </a:t>
            </a:r>
            <a:r>
              <a:rPr lang="en-US" b="1" dirty="0"/>
              <a:t>of Volume by </a:t>
            </a:r>
            <a:r>
              <a:rPr lang="en-US" b="1" dirty="0" smtClean="0"/>
              <a:t>Price:- </a:t>
            </a:r>
            <a:r>
              <a:rPr lang="en-US" dirty="0"/>
              <a:t>A heatmap-style representation showing the relationship between different price points and corresponding transaction volumes</a:t>
            </a:r>
            <a:r>
              <a:rPr lang="en-US" dirty="0" smtClean="0"/>
              <a:t>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 smtClean="0"/>
              <a:t>Sum </a:t>
            </a:r>
            <a:r>
              <a:rPr lang="en-US" b="1" dirty="0"/>
              <a:t>of Volume by </a:t>
            </a:r>
            <a:r>
              <a:rPr lang="en-US" b="1" dirty="0" smtClean="0"/>
              <a:t>High:- </a:t>
            </a:r>
            <a:r>
              <a:rPr lang="en-US" dirty="0"/>
              <a:t>A line graph illustrating how the sum of volume correlates with the highest recorded price values</a:t>
            </a:r>
            <a:r>
              <a:rPr lang="en-US" dirty="0" smtClean="0"/>
              <a:t>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b="1" dirty="0" smtClean="0"/>
              <a:t>Standard </a:t>
            </a:r>
            <a:r>
              <a:rPr lang="en-US" b="1" dirty="0"/>
              <a:t>Deviation of Open by </a:t>
            </a:r>
            <a:r>
              <a:rPr lang="en-US" b="1" dirty="0" smtClean="0"/>
              <a:t>High:- </a:t>
            </a:r>
            <a:r>
              <a:rPr lang="en-US" dirty="0"/>
              <a:t>A bar graph analyzing the volatility by comparing standard deviations of the opening price against high price trends</a:t>
            </a:r>
            <a:r>
              <a:rPr lang="en-US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904309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F26AC68-5D61-D4BF-D783-C78D9005D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Key sections</a:t>
            </a:r>
            <a:endParaRPr lang="en-IN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85EA408-CD5C-0AFB-CFD0-3F4701F3F3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4360" y="3429000"/>
            <a:ext cx="11247120" cy="310896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Sum of Volume by Year:- </a:t>
            </a:r>
            <a:r>
              <a:rPr lang="en-US" dirty="0"/>
              <a:t>A time-series bar graph depicting total volume traded across different years, aiding in identifying historical trends.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Sum of Changes &amp; Sum of Price by Year:- </a:t>
            </a:r>
            <a:r>
              <a:rPr lang="en-US" dirty="0"/>
              <a:t>Two comparative bar graphs showcasing annual changes in value and total price fluctuations over the years.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092139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Interpretation </a:t>
            </a:r>
            <a:r>
              <a:rPr lang="en-US" b="1" dirty="0" smtClean="0"/>
              <a:t>&amp; Insights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657225" y="2700337"/>
            <a:ext cx="10415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23900" y="2643189"/>
            <a:ext cx="989171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en-US" b="1" dirty="0" smtClean="0"/>
              <a:t>Market Trends:- </a:t>
            </a:r>
            <a:r>
              <a:rPr lang="en-US" dirty="0" smtClean="0"/>
              <a:t>By observing volume distribution across price ranges and years, one can infer trading activity intensity at various price points. </a:t>
            </a:r>
            <a:endParaRPr lang="en-US" dirty="0" smtClean="0"/>
          </a:p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b="1" dirty="0" smtClean="0"/>
              <a:t>Volatility Analysis:- </a:t>
            </a:r>
            <a:r>
              <a:rPr lang="en-US" dirty="0" smtClean="0"/>
              <a:t>The standard deviation metrics reveal the fluctuation levels in opening prices, helping traders assess risk factors. </a:t>
            </a:r>
            <a:endParaRPr lang="en-US" dirty="0" smtClean="0"/>
          </a:p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en-US" b="1" dirty="0" smtClean="0"/>
              <a:t>Historical Patterns:- </a:t>
            </a:r>
            <a:r>
              <a:rPr lang="en-US" dirty="0" smtClean="0"/>
              <a:t>Yearly volume and price trends offer valuable hindsight into market dynamics, making it easier to predict future movements.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5CDA1D9-DF00-96DD-E2B8-946A59FAE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7C7700E9-0D1F-58FB-5155-B47BD6D87513}"/>
              </a:ext>
            </a:extLst>
          </p:cNvPr>
          <p:cNvSpPr txBox="1"/>
          <p:nvPr/>
        </p:nvSpPr>
        <p:spPr>
          <a:xfrm>
            <a:off x="685800" y="2560796"/>
            <a:ext cx="111709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The dashboard serves as a useful tool for financial analysis, providing traders and analysts with structured data insights.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Future enhancements could include interactive filtering options and correlation matrices for     deeper analytical comparisons</a:t>
            </a:r>
          </a:p>
        </p:txBody>
      </p:sp>
    </p:spTree>
    <p:extLst>
      <p:ext uri="{BB962C8B-B14F-4D97-AF65-F5344CB8AC3E}">
        <p14:creationId xmlns:p14="http://schemas.microsoft.com/office/powerpoint/2010/main" xmlns="" val="4142698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2154" y="1843088"/>
            <a:ext cx="8746284" cy="1192806"/>
          </a:xfrm>
        </p:spPr>
        <p:txBody>
          <a:bodyPr/>
          <a:lstStyle/>
          <a:p>
            <a:r>
              <a:rPr lang="en-US" dirty="0" smtClean="0"/>
              <a:t>                      </a:t>
            </a:r>
            <a:r>
              <a:rPr lang="en-US" b="1" dirty="0" smtClean="0"/>
              <a:t>THANK YOU</a:t>
            </a:r>
            <a:endParaRPr lang="en-US" b="1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60</TotalTime>
  <Words>359</Words>
  <Application>Microsoft Office PowerPoint</Application>
  <PresentationFormat>Custom</PresentationFormat>
  <Paragraphs>30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Ion Boardroom</vt:lpstr>
      <vt:lpstr>STOCK MARKET PERFORMANCE </vt:lpstr>
      <vt:lpstr>INTRODUCTION</vt:lpstr>
      <vt:lpstr>AKNOWLEDGMENT</vt:lpstr>
      <vt:lpstr>DASHBOARD VISUALIZTIONS</vt:lpstr>
      <vt:lpstr>KEY SECTIONS</vt:lpstr>
      <vt:lpstr>Key sections</vt:lpstr>
      <vt:lpstr>Interpretation &amp; Insights</vt:lpstr>
      <vt:lpstr>CONCLUSION</vt:lpstr>
      <vt:lpstr>                      THANK YOU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MARKET PERFORMANCE DASHBOARD</dc:title>
  <dc:creator>Asus</dc:creator>
  <cp:lastModifiedBy>Asus</cp:lastModifiedBy>
  <cp:revision>9</cp:revision>
  <dcterms:created xsi:type="dcterms:W3CDTF">2025-04-07T07:54:26Z</dcterms:created>
  <dcterms:modified xsi:type="dcterms:W3CDTF">2025-04-08T06:47:12Z</dcterms:modified>
</cp:coreProperties>
</file>